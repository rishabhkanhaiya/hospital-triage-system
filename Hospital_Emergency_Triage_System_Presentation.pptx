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0312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0312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72865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VISHWAKARMA INSTITUTE OF TECHNOLOGY, PUNE</a:t>
            </a:r>
          </a:p>
          <a:p>
            <a:pPr algn="ctr">
              <a:spcBef>
                <a:spcPts val="800"/>
              </a:spcBef>
              <a:defRPr sz="1500" b="1">
                <a:solidFill>
                  <a:srgbClr val="2980B9"/>
                </a:solidFill>
              </a:defRPr>
            </a:pPr>
            <a:r>
              <a:t>DEPARTMENT OF COMPUTER SCIENCE ENGINEERING (ARTIFICIAL INTELLIGENCE)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728655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46E78"/>
                </a:solidFill>
              </a:defRPr>
            </a:pPr>
            <a:r>
              <a:t>Course Project : Object-Oriented Programming in C++</a:t>
            </a:r>
          </a:p>
          <a:p>
            <a:pPr algn="ctr">
              <a:spcBef>
                <a:spcPts val="600"/>
              </a:spcBef>
              <a:defRPr sz="3000" b="1">
                <a:solidFill>
                  <a:srgbClr val="182B49"/>
                </a:solidFill>
              </a:defRPr>
            </a:pPr>
            <a:r>
              <a:t>Hospital Emergency Triage System</a:t>
            </a:r>
          </a:p>
          <a:p>
            <a:pPr algn="ctr">
              <a:spcBef>
                <a:spcPts val="400"/>
              </a:spcBef>
              <a:defRPr sz="1500">
                <a:solidFill>
                  <a:srgbClr val="2980B9"/>
                </a:solidFill>
              </a:defRPr>
            </a:pPr>
            <a:r>
              <a:t>An Automated Patient Prioritization Engine Using OOPS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4297680"/>
            <a:ext cx="7436815" cy="20116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4389120"/>
            <a:ext cx="70710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182B49"/>
                </a:solidFill>
              </a:defRPr>
            </a:pPr>
            <a:r>
              <a:t>Presented by :-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282828"/>
                </a:solidFill>
              </a:defRPr>
            </a:pPr>
            <a:r>
              <a:t>1) Rishabh Joshi (1251070307)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282828"/>
                </a:solidFill>
              </a:defRPr>
            </a:pPr>
            <a:r>
              <a:t>2) Ujjwal Jain (1251071062)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282828"/>
                </a:solidFill>
              </a:defRPr>
            </a:pPr>
            <a:r>
              <a:t>3) Shubham Kale (1251071039)</a:t>
            </a:r>
          </a:p>
          <a:p>
            <a:pPr algn="ctr">
              <a:spcAft>
                <a:spcPts val="300"/>
              </a:spcAft>
              <a:defRPr sz="1400" b="1">
                <a:solidFill>
                  <a:srgbClr val="282828"/>
                </a:solidFill>
              </a:defRPr>
            </a:pPr>
            <a:r>
              <a:t>4) Harshad Mahadik (1251071041)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Introduction to Hospital 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The Emergency Room Challenge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Emergency Departments handle unscheduled, critical arrivals round the clock.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Traditional FIFO (First-In, First-Out) queuing does not work in an emergency ward.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A patient suffering a cardiac arrest cannot wait behind a patient with a minor sprain.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The Golden Hour: Immediate clinical intervention in critical emergencies is vital for saving lives.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Triage is the medical process of rapidly categorizing patients based on injury severity.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980B9"/>
                </a:solidFill>
              </a:defRPr>
            </a:pPr>
            <a:r>
              <a:t>Project Overview &amp; Vision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The Hospital Emergency Triage System is an automated C++ software solution.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It replaces slow, manual paper ticketing with an objective, vitals-based prioritization engine.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Evaluates key physiological parameters: Heart Rate, Blood Pressure, and Oxygen Saturation (SpO2).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Maintains an active priority queue so doctors always treat the most acute case first.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Developed strictly using clean Object-Oriented Programming (OOPS) in C++.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155448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1027145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Primary Project Goal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To design and develop a robust, Object-Oriented Emergency Triage Software in C++ that automates patient priority calculation using clinical vital signs, eliminates delays for life-threatening cases, and dynamically updates queue order if a patient's condition deteriorates in the waiting room.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5120640" cy="28346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Functional Objectives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Record and validate physiological vitals (HR, BP, SpO2) safely.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Classify patients into 3 clinical urgency tiers (Critical, Urgent, Normal).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Implement an automated priority queue for emergency consultations.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Provide dynamic re-triage capabilities for escalating patients.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Generate timestamped audit logs saved to persistent text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00400"/>
            <a:ext cx="5212080" cy="28346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38328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980B9"/>
                </a:solidFill>
              </a:defRPr>
            </a:pPr>
            <a:r>
              <a:t>Software &amp; OOPS Objectives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Demonstrate Encapsulation through private data and validated setters.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Apply Hierarchical Inheritance (Person -&gt; Patient -&gt; Specialized).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Use Runtime Polymorphism via virtual functions and destructors.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Implement Compile-Time Polymorphism via Operator Overloading (&lt;).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Ensure memory safety and exception handling to prevent crashes.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Literature Survey &amp;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Existing Triage Methodologies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Emergency Severity Index (ESI): Global 5-level triage protocol relying on nurse assessments and resource prediction.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Manchester Triage System (MTS): Algorithm using predefined flowcharts to categorize patients into 5 color tiers.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Current Manual Hospital Practice: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Most hospitals rely on manual nursing assessment sheets.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Physical tokens or paper files are handed to waiting patients.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Lack of automated alert triggers when vital signs crash.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980B9"/>
                </a:solidFill>
              </a:defRPr>
            </a:pPr>
            <a:r>
              <a:t>Identified Gaps &amp; Proposed Improvements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Limitation 1: Subjective Human Error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Manual scoring suffers from nurse fatigue and clinical variance.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Our System: Automates mathematical boundary scoring.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Limitation 2: Static Priority Flaw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In existing systems, once a token is assigned, priority never changes.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If a patient collapses while waiting, they remain at the bottom.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Our System: Dynamic Re-Triage immediately recalculates urgency.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Limitation 3: Lack of Specialized Clinical Categories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Our System: Extensible OOP classes for Cardiac and Trauma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OOPS Architecture &amp; Class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Class Inheritance Hierarchy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Base Class: Person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Attributes: id, name, age, phone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Methods: virtual ~Person(), displayDetails()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Derived Class: Patient (inherits Person)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Attributes: chiefComplaint, vitals, priorityLevel, arrivalOrder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Composition: Patient 'has-a' Vitals object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Overloaded Operator: operator&lt; for priority comparison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Specialized Subclasses (Hierarchical):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CardiacPatient: adds severeChestPain, ecgStatus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TraumaPatient: adds injuryType, activeBleeding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980B9"/>
                </a:solidFill>
              </a:defRPr>
            </a:pPr>
            <a:r>
              <a:t>System Controller &amp; Support Classes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class Vitals (Encapsulation):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Private attributes: heartRate, systolicBP, spo2.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Setters enforce bounds (e.g. SpO2 0-100%). Throws exceptions.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class HospitalSystem (Controller):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Manages vector&lt;Patient*&gt; waitingQueue.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calculatePriority(): Automatically scores vitals.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sortQueue(): Orders list so Priority 1 is first.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reTriagePatient(): Dynamic priority promotion.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saveReportToFile(): Uses ofstream for File Handling.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Implemented Working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Clinical Urgency Scoring Logic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Level 1: CRITICAL [RED]  --&gt; Immediate Threat to Life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Triggers: SpO2 &lt; 88% OR Heart Rate &gt; 130/ &lt; 45 OR BP &lt; 80 mmHg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Immediate doctor dispatch (0 min wait)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Level 2: URGENT [YELLOW]  --&gt; High Risk / Abnormal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Triggers: SpO2 &lt; 94% OR Heart Rate &gt; 100 OR BP &gt; 160 mmHg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Monitored closely for rapid escalation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Level 3: NORMAL [GREEN]  --&gt; Stable Clinic Level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• Triggers: All vital parameters within normal reference ranges.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980B9"/>
                </a:solidFill>
              </a:defRPr>
            </a:pPr>
            <a:r>
              <a:t>Operational Capabilities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Patient Intake: Accepts manual vitals or 1-click sample demo load.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Defensive Input Handling: Uses try-catch blocks to catch invalid vital values without crashing the program.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Priority Queue Sorting: Automatically keeps the waiting room sorted using overloaded operator&lt;.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Admit Next Patient: Dequeues the top patient and sends them to the acute examination bay.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Audit Logging: Generates structured file output in 'triage_report.txt' via std::ofstream.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KEY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Core Innovation: Dynamic Clinical Re-Triage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0728655" cy="164592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102714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Why Dynamic Re-Triage is Critical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In hospital emergency waiting rooms, a patient's condition is dynamic. A patient who walked in with mild symptoms can suddenly experience acute respiratory distress or cardiovascular collapse. Static triage keeps them waiting at the back; our dynamic re-triage immediately updates their priority.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5120640" cy="28346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663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Initial Intake State (Patient P101)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Patient: Siddharth Verma (Age 29)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Chief Complaint: Mild ankle sprain while playing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Vitals: HR 72 bpm, BP 118 mmHg, SpO2 99%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Assigned Priority: Level 3 Normal [GREEN]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Queue Position: Rank #4 (End of the line)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291840"/>
            <a:ext cx="5212080" cy="28346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474720"/>
            <a:ext cx="4754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C0392B"/>
                </a:solidFill>
              </a:defRPr>
            </a:pPr>
            <a:r>
              <a:t>Post-Deterioration State (Re-Triage)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Condition Changes: Sudden hypoxia and shock symptoms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New Vitals: HR 150 bpm, BP 70 mmHg, SpO2 82%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System Action: reTriagePatient() invoked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New Priority: Level 1 CRITICAL [RED]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Queue Result: Instantly promoted to Rank #1!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Future Scope &amp; System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Hospital Workflow Extensions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1. Automated Doctor Specialty Assignment: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 • Automatically dispatch cardiologists for Level 1 cardiac cases and orthopedic trauma surgeons for fractures.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2. Ward &amp; ICU Bed Management Module: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 • Real-time occupancy tracking for Resuscitation Bays, ICU beds, and general observation units.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 • Automatic bed reservation upon emergency admission.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980B9"/>
                </a:solidFill>
              </a:defRPr>
            </a:pPr>
            <a:r>
              <a:t>Technological &amp; Clinical Extensions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3. STAT Diagnostic &amp; Lab Order Entry: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 • Immediate automated orders for ECG, CT scans, X-rays, and blood gas testing directly from the triage desk.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4. Electronic Billing &amp; Discharge Summary: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 • Automated itemized billing based on acuity resources and time spent in the ER.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5. IoT Vitals Telemetry Integration: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 • Connecting Bluetooth patient monitors to trigger automated re-triage alerts in real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27AE60"/>
                </a:solidFill>
              </a:defRPr>
            </a:pPr>
            <a:r>
              <a:t>Summary of Achievements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Successfully built an automated Hospital Emergency Triage System in C++.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Replaced slow, error-prone manual triage with objective vitals-based prioritization.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Engineered Dynamic Re-Triage to prevent silent deterioration in hospital waiting rooms.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Full adherence to core OOPS principles: Encapsulation, Inheritance, Polymorphism, Operator Overloading.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Clean, modular, and error-free code compiling with 0 warnings.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5448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Key Academic Takeaways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Practical application of Object-Oriented Design to solve a life-critical medical problem.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Safe memory management using dynamic pointers and virtual destructors.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Understanding of operator overloading to integrate custom classes with standard sorting algorithms.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Exception safety and robust input boundary validation.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Integration of file streams for persistent audit report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80B9"/>
                </a:solidFill>
              </a:defRPr>
            </a:pPr>
            <a:r>
              <a:t>QUESTIONS &amp;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13716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6E78"/>
                </a:solidFill>
              </a:defRPr>
            </a:pPr>
            <a:r>
              <a:t>Vishwakarma Institute of Technology, Pune | Department of CSE (AI) | OOPS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550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2980B9"/>
                </a:solidFill>
              </a:defRPr>
            </a:pPr>
            <a: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1645920"/>
            <a:ext cx="8168335" cy="4114800"/>
          </a:xfrm>
          <a:prstGeom prst="roundRect">
            <a:avLst/>
          </a:prstGeom>
          <a:solidFill>
            <a:srgbClr val="F6F8FB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828800"/>
            <a:ext cx="771113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 b="1">
                <a:solidFill>
                  <a:srgbClr val="182B49"/>
                </a:solidFill>
              </a:defRPr>
            </a:pPr>
            <a:r>
              <a:t>Hospital Emergency Triage System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Department of Computer Science Engineering (Artificial Intelligence)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Vishwakarma Institute of Technology, Pune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Project Team Members: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1) Rishabh Joshi (1251070307)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2) Ujjwal Jain (1251071062)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3) Shubham Kale (1251071039)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  4) Harshad Mahadik (1251071041)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</a:t>
            </a:r>
          </a:p>
          <a:p>
            <a:pPr>
              <a:spcAft>
                <a:spcPts val="500"/>
              </a:spcAft>
              <a:defRPr sz="1250">
                <a:solidFill>
                  <a:srgbClr val="282828"/>
                </a:solidFill>
              </a:defRPr>
            </a:pPr>
            <a:r>
              <a:t>•  We are ready for technical questions and live code demonstration!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