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02C57"/>
                </a:solidFill>
              </a:defRPr>
            </a:pPr>
            <a:r>
              <a:t>VISHWAKARMA INSTITUTE OF TECHNOLOGY, PUNE</a:t>
            </a:r>
          </a:p>
          <a:p>
            <a:pPr algn="ctr">
              <a:spcBef>
                <a:spcPts val="600"/>
              </a:spcBef>
              <a:defRPr sz="1500" b="1">
                <a:solidFill>
                  <a:srgbClr val="1F6EA5"/>
                </a:solidFill>
              </a:defRPr>
            </a:pPr>
            <a:r>
              <a:t>DEPARTMENT OF COMPUTER SCIENCE ENGINEERING (ARTIFICIAL INTELLIGENCE)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0" y="2011680"/>
            <a:ext cx="7619695" cy="22860"/>
          </a:xfrm>
          <a:prstGeom prst="rect">
            <a:avLst/>
          </a:prstGeom>
          <a:solidFill>
            <a:srgbClr val="1F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02C57"/>
                </a:solidFill>
              </a:defRPr>
            </a:pPr>
            <a:r>
              <a:t>Hospital Emergency Triage System</a:t>
            </a:r>
          </a:p>
          <a:p>
            <a:pPr algn="ctr">
              <a:spcBef>
                <a:spcPts val="600"/>
              </a:spcBef>
              <a:defRPr sz="1600">
                <a:solidFill>
                  <a:srgbClr val="1F6EA5"/>
                </a:solidFill>
              </a:defRPr>
            </a:pPr>
            <a:r>
              <a:t>Course Project : Object-Oriented Programming (OOPS) in C++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4577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02C57"/>
                </a:solidFill>
              </a:defRPr>
            </a:pPr>
            <a:r>
              <a:t>Presented by :-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1E1E1E"/>
                </a:solidFill>
              </a:defRPr>
            </a:pPr>
            <a:r>
              <a:t>1) Rishabh Joshi (1251070307)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1E1E1E"/>
                </a:solidFill>
              </a:defRPr>
            </a:pPr>
            <a:r>
              <a:t>2) Ujjwal Jain (1251071062)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1E1E1E"/>
                </a:solidFill>
              </a:defRPr>
            </a:pPr>
            <a:r>
              <a:t>3) Shubham Kale (1251071039)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1E1E1E"/>
                </a:solidFill>
              </a:defRPr>
            </a:pPr>
            <a:r>
              <a:t>4) Harshad Mahadik (1251071041)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F6EA5"/>
                </a:solidFill>
              </a:defRPr>
            </a:pPr>
            <a:r>
              <a:t>INTRODUCTION</a:t>
            </a:r>
          </a:p>
          <a:p>
            <a:pPr>
              <a:spcBef>
                <a:spcPts val="300"/>
              </a:spcBef>
              <a:defRPr sz="2600" b="1">
                <a:solidFill>
                  <a:srgbClr val="102C57"/>
                </a:solidFill>
              </a:defRPr>
            </a:pPr>
            <a:r>
              <a:t>Introduction to Hospital Triage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0545775" cy="22860"/>
          </a:xfrm>
          <a:prstGeom prst="rect">
            <a:avLst/>
          </a:prstGeom>
          <a:solidFill>
            <a:srgbClr val="1F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6217920"/>
            <a:ext cx="10545775" cy="13716"/>
          </a:xfrm>
          <a:prstGeom prst="rect">
            <a:avLst/>
          </a:prstGeom>
          <a:solidFill>
            <a:srgbClr val="C8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291072"/>
            <a:ext cx="8686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Vishwakarma Institute of Technology, Pune | Department of CSE (AI) | OOPS Course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291072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1F6EA5"/>
                </a:solidFill>
              </a:defRPr>
            </a:pPr>
            <a:r>
              <a:t>02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F6EA5"/>
                </a:solidFill>
              </a:defRPr>
            </a:pPr>
            <a:r>
              <a:t>The Emergency Room Challenge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Emergency Departments handle unscheduled, critical patient arrivals 24/7.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Traditional First-In, First-Out (FIFO) queuing does not work in an ER ward.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A patient with a severe heart attack cannot wait behind a patient with a minor ankle sprain.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The Golden Hour: Immediate clinical attention in critical cases is vital to save lives.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Triage is the medical sorting process used to prioritize patients based on urgency.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4592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F6EA5"/>
                </a:solidFill>
              </a:defRPr>
            </a:pPr>
            <a:r>
              <a:t>Project Overview &amp; Vision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The Hospital Emergency Triage System is an automated software solution built in C++.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It replaces slow, manual paper ticketing with an objective, vitals-based prioritization engine.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Evaluates key physiological parameters: Heart Rate, Blood Pressure, and Oxygen Saturation (SpO2).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Maintains an active priority queue so doctors always treat the most acute case first.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Developed strictly using clean Object-Oriented Programming (OOPS) principles.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F6EA5"/>
                </a:solidFill>
              </a:defRPr>
            </a:pPr>
            <a:r>
              <a:t>OBJECTIVES</a:t>
            </a:r>
          </a:p>
          <a:p>
            <a:pPr>
              <a:spcBef>
                <a:spcPts val="300"/>
              </a:spcBef>
              <a:defRPr sz="2600" b="1">
                <a:solidFill>
                  <a:srgbClr val="102C57"/>
                </a:solidFill>
              </a:defRPr>
            </a:pPr>
            <a:r>
              <a:t>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0545775" cy="22860"/>
          </a:xfrm>
          <a:prstGeom prst="rect">
            <a:avLst/>
          </a:prstGeom>
          <a:solidFill>
            <a:srgbClr val="1F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6217920"/>
            <a:ext cx="10545775" cy="13716"/>
          </a:xfrm>
          <a:prstGeom prst="rect">
            <a:avLst/>
          </a:prstGeom>
          <a:solidFill>
            <a:srgbClr val="C8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291072"/>
            <a:ext cx="8686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Vishwakarma Institute of Technology, Pune | Department of CSE (AI) | OOPS Course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291072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1F6EA5"/>
                </a:solidFill>
              </a:defRPr>
            </a:pPr>
            <a:r>
              <a:t>03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F6EA5"/>
                </a:solidFill>
              </a:defRPr>
            </a:pPr>
            <a:r>
              <a:t>Primary Project Goal</a:t>
            </a:r>
          </a:p>
          <a:p>
            <a:pPr>
              <a:defRPr sz="1400">
                <a:solidFill>
                  <a:srgbClr val="1E1E1E"/>
                </a:solidFill>
              </a:defRPr>
            </a:pPr>
            <a:r>
              <a:t>To design and develop a robust, Object-Oriented Emergency Triage Software in C++ that automates patient priority calculation using clinical vital signs, eliminates waiting delays for life-threatening cases, and dynamically updates queue order if a patient's condition deteriorates in the waiting room.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50292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F6EA5"/>
                </a:solidFill>
              </a:defRPr>
            </a:pPr>
            <a:r>
              <a:t>Functional Objectives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Record and validate physiological vitals (HR, BP, SpO2) safely.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Classify patients into 3 clinical urgency tiers (Critical, Urgent, Normal).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Implement an automated priority queue for emergency consultations.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Provide dynamic re-triage capabilities for escalating patients.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Generate timestamped audit logs saved to persistent text files.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3017520"/>
            <a:ext cx="50292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F6EA5"/>
                </a:solidFill>
              </a:defRPr>
            </a:pPr>
            <a:r>
              <a:t>Software &amp; OOPS Objectives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Demonstrate Encapsulation through private data and validated setters.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Apply Hierarchical Inheritance (Person -&gt; Patient -&gt; Specialized).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Use Runtime Polymorphism via virtual functions and destructors.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Implement Compile-Time Polymorphism via Operator Overloading (&lt;).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Ensure exception safety and defensive programming against bad inputs.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F6EA5"/>
                </a:solidFill>
              </a:defRPr>
            </a:pPr>
            <a:r>
              <a:t>LITERATURE SURVEY</a:t>
            </a:r>
          </a:p>
          <a:p>
            <a:pPr>
              <a:spcBef>
                <a:spcPts val="300"/>
              </a:spcBef>
              <a:defRPr sz="2600" b="1">
                <a:solidFill>
                  <a:srgbClr val="102C57"/>
                </a:solidFill>
              </a:defRPr>
            </a:pPr>
            <a:r>
              <a:t>Literature Survey &amp; Existing Systems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0545775" cy="22860"/>
          </a:xfrm>
          <a:prstGeom prst="rect">
            <a:avLst/>
          </a:prstGeom>
          <a:solidFill>
            <a:srgbClr val="1F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6217920"/>
            <a:ext cx="10545775" cy="13716"/>
          </a:xfrm>
          <a:prstGeom prst="rect">
            <a:avLst/>
          </a:prstGeom>
          <a:solidFill>
            <a:srgbClr val="C8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291072"/>
            <a:ext cx="8686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Vishwakarma Institute of Technology, Pune | Department of CSE (AI) | OOPS Course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291072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1F6EA5"/>
                </a:solidFill>
              </a:defRPr>
            </a:pPr>
            <a:r>
              <a:t>04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F6EA5"/>
                </a:solidFill>
              </a:defRPr>
            </a:pPr>
            <a:r>
              <a:t>Existing Triage Methodologies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Emergency Severity Index (ESI): A 5-level triage algorithm used globally, relying on subjective nurse judgment and resource prediction.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Manchester Triage System (MTS): Clinical algorithm using flowcharts to categorize patients into 5 color tiers.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Traditional Hospital Practice: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  • Most emergency departments rely on manual nursing sheets.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  • Paper tokens or static queue numbers are handed to patients.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  • No automated mechanism exists to alert staff when vitals crash.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4592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F6EA5"/>
                </a:solidFill>
              </a:defRPr>
            </a:pPr>
            <a:r>
              <a:t>Identified Gaps &amp; Our Proposed Solution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Subjective Human Error: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  • Manual triage is prone to nurse fatigue and inconsistent scoring.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  • Our Solution: Objective, automated vital-sign evaluation.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Static Priority Flaw: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  • In existing systems, once a token is given, priority never updates.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  • A patient collapsing while waiting remains at the back of the queue.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  • Our Solution: Dynamic Re-Triage immediately recalculates priority.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Extensibility Gaps: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  • Our Solution: Clean OOPS class hierarchy for specialized cases.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F6EA5"/>
                </a:solidFill>
              </a:defRPr>
            </a:pPr>
            <a:r>
              <a:t>SYSTEM DESIGN</a:t>
            </a:r>
          </a:p>
          <a:p>
            <a:pPr>
              <a:spcBef>
                <a:spcPts val="300"/>
              </a:spcBef>
              <a:defRPr sz="2600" b="1">
                <a:solidFill>
                  <a:srgbClr val="102C57"/>
                </a:solidFill>
              </a:defRPr>
            </a:pPr>
            <a:r>
              <a:t>OOPS Architecture &amp; Class Hierarchy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0545775" cy="22860"/>
          </a:xfrm>
          <a:prstGeom prst="rect">
            <a:avLst/>
          </a:prstGeom>
          <a:solidFill>
            <a:srgbClr val="1F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6217920"/>
            <a:ext cx="10545775" cy="13716"/>
          </a:xfrm>
          <a:prstGeom prst="rect">
            <a:avLst/>
          </a:prstGeom>
          <a:solidFill>
            <a:srgbClr val="C8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291072"/>
            <a:ext cx="8686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Vishwakarma Institute of Technology, Pune | Department of CSE (AI) | OOPS Course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291072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1F6EA5"/>
                </a:solidFill>
              </a:defRPr>
            </a:pPr>
            <a:r>
              <a:t>05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F6EA5"/>
                </a:solidFill>
              </a:defRPr>
            </a:pPr>
            <a:r>
              <a:t>Class Inheritance Hierarchy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Base Class: Person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  • Attributes: id, name, age, phone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  • Methods: virtual ~Person(), displayDetails()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Derived Class: Patient (inherits Person)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  • Attributes: chiefComplaint, vitals, priorityLevel, arrivalOrder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  • Composition: Patient 'has-a' Vitals object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  • Overloaded Operator: operator&lt; for priority comparison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Specialized Subclasses (Hierarchical):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  • CardiacPatient: adds severeChestPain, ecgStatus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  • TraumaPatient: adds injuryType, activeBleeding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4592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F6EA5"/>
                </a:solidFill>
              </a:defRPr>
            </a:pPr>
            <a:r>
              <a:t>System Controller &amp; Support Classes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class Vitals (Encapsulation):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  • Private attributes: heartRate, systolicBP, spo2.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  • Setters enforce biological bounds (e.g. SpO2 between 0 and 100%).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  • Throws invalid_argument exception on invalid input.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class HospitalSystem (Controller):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  • Stores waiting patients in vector&lt;Patient*&gt; waitingQueue.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  • calculatePriority(): Automatically scores vitals.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  • sortQueue(): Orders list so Priority 1 is first.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  • reTriagePatient(): Dynamic priority promotion.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  • saveReportToFile(): Uses ofstream for File Handling.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F6EA5"/>
                </a:solidFill>
              </a:defRPr>
            </a:pPr>
            <a:r>
              <a:t>IMPLEMENTATION</a:t>
            </a:r>
          </a:p>
          <a:p>
            <a:pPr>
              <a:spcBef>
                <a:spcPts val="300"/>
              </a:spcBef>
              <a:defRPr sz="2600" b="1">
                <a:solidFill>
                  <a:srgbClr val="102C57"/>
                </a:solidFill>
              </a:defRPr>
            </a:pPr>
            <a:r>
              <a:t>Implemented Working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0545775" cy="22860"/>
          </a:xfrm>
          <a:prstGeom prst="rect">
            <a:avLst/>
          </a:prstGeom>
          <a:solidFill>
            <a:srgbClr val="1F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6217920"/>
            <a:ext cx="10545775" cy="13716"/>
          </a:xfrm>
          <a:prstGeom prst="rect">
            <a:avLst/>
          </a:prstGeom>
          <a:solidFill>
            <a:srgbClr val="C8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291072"/>
            <a:ext cx="8686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Vishwakarma Institute of Technology, Pune | Department of CSE (AI) | OOPS Course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291072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1F6EA5"/>
                </a:solidFill>
              </a:defRPr>
            </a:pPr>
            <a:r>
              <a:t>06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F6EA5"/>
                </a:solidFill>
              </a:defRPr>
            </a:pPr>
            <a:r>
              <a:t>Clinical Urgency Scoring Logic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Level 1: CRITICAL [RED]  --&gt; Immediate Threat to Life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  • Triggers: SpO2 &lt; 88% OR Heart Rate &gt; 130 / &lt; 45 OR BP &lt; 80 mmHg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  • Target Wait Time: 0 mins (Immediate doctor attention)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Level 2: URGENT [YELLOW]  --&gt; High Risk / Abnormal Vitals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  • Triggers: SpO2 &lt; 94% OR Heart Rate &gt; 100 OR BP &gt; 160 mmHg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  • Monitored closely for rapid escalation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Level 3: NORMAL [GREEN]  --&gt; Stable Clinic Level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  • Triggers: All vital parameters within normal reference ranges.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4592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F6EA5"/>
                </a:solidFill>
              </a:defRPr>
            </a:pPr>
            <a:r>
              <a:t>Operational Capabilities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Patient Intake: Accepts manual clinical intake or 1-click sample demo.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Defensive Input Handling: try-catch blocks catch invalid vitals without crashing the program.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Priority Queue Sorting: Automatically sorts waiting patients using overloaded operator&lt;.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Admit Next Patient: Dequeues the top patient and dispatches them to the examination bay.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Audit Logging: Generates structured file output in 'triage_report.txt' via std::ofstream.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F6EA5"/>
                </a:solidFill>
              </a:defRPr>
            </a:pPr>
            <a:r>
              <a:t>KEY FEATURE</a:t>
            </a:r>
          </a:p>
          <a:p>
            <a:pPr>
              <a:spcBef>
                <a:spcPts val="300"/>
              </a:spcBef>
              <a:defRPr sz="2600" b="1">
                <a:solidFill>
                  <a:srgbClr val="102C57"/>
                </a:solidFill>
              </a:defRPr>
            </a:pPr>
            <a:r>
              <a:t>Core Innovation: Dynamic Clinical Re-Triage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0545775" cy="22860"/>
          </a:xfrm>
          <a:prstGeom prst="rect">
            <a:avLst/>
          </a:prstGeom>
          <a:solidFill>
            <a:srgbClr val="1F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6217920"/>
            <a:ext cx="10545775" cy="13716"/>
          </a:xfrm>
          <a:prstGeom prst="rect">
            <a:avLst/>
          </a:prstGeom>
          <a:solidFill>
            <a:srgbClr val="C8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291072"/>
            <a:ext cx="8686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Vishwakarma Institute of Technology, Pune | Department of CSE (AI) | OOPS Course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291072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1F6EA5"/>
                </a:solidFill>
              </a:defRPr>
            </a:pPr>
            <a:r>
              <a:t>07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457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F6EA5"/>
                </a:solidFill>
              </a:defRPr>
            </a:pPr>
            <a:r>
              <a:t>Why Dynamic Re-Triage is Critical</a:t>
            </a:r>
          </a:p>
          <a:p>
            <a:pPr>
              <a:defRPr sz="1400">
                <a:solidFill>
                  <a:srgbClr val="1E1E1E"/>
                </a:solidFill>
              </a:defRPr>
            </a:pPr>
            <a:r>
              <a:t>In hospital emergency waiting rooms, a patient's condition is dynamic. A patient who walked in with mild symptoms can suddenly experience respiratory distress or cardiovascular shock while waiting. Static triage keeps them trapped at the back; our dynamic re-triage immediately recalculates their priority and promotes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502920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F6EA5"/>
                </a:solidFill>
              </a:defRPr>
            </a:pPr>
            <a:r>
              <a:t>Initial Intake State (Patient P101)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Patient Name: Siddharth Verma (Age 29)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Chief Complaint: Mild ankle sprain while playing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Initial Vitals: HR 72 bpm, BP 118 mmHg, SpO2 99%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Assigned Priority: Level 3 Normal [GREEN]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Queue Position: Rank #4 (End of the line)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926080"/>
            <a:ext cx="502920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F6EA5"/>
                </a:solidFill>
              </a:defRPr>
            </a:pPr>
            <a:r>
              <a:t>Post-Deterioration State (Re-Triage)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Condition Worsens: Acute drop in blood pressure and oxygen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New Vitals Entered: HR 150 bpm, BP 70 mmHg, SpO2 82%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System Action: reTriagePatient() invoked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New Priority: Level 1 CRITICAL [RED]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Queue Result: Instantly promoted to Rank #1!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F6EA5"/>
                </a:solidFill>
              </a:defRPr>
            </a:pPr>
            <a:r>
              <a:t>FUTURE SCOPE</a:t>
            </a:r>
          </a:p>
          <a:p>
            <a:pPr>
              <a:spcBef>
                <a:spcPts val="300"/>
              </a:spcBef>
              <a:defRPr sz="2600" b="1">
                <a:solidFill>
                  <a:srgbClr val="102C57"/>
                </a:solidFill>
              </a:defRPr>
            </a:pPr>
            <a:r>
              <a:t>Future Scope &amp; System Expansion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0545775" cy="22860"/>
          </a:xfrm>
          <a:prstGeom prst="rect">
            <a:avLst/>
          </a:prstGeom>
          <a:solidFill>
            <a:srgbClr val="1F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6217920"/>
            <a:ext cx="10545775" cy="13716"/>
          </a:xfrm>
          <a:prstGeom prst="rect">
            <a:avLst/>
          </a:prstGeom>
          <a:solidFill>
            <a:srgbClr val="C8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291072"/>
            <a:ext cx="8686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Vishwakarma Institute of Technology, Pune | Department of CSE (AI) | OOPS Course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291072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1F6EA5"/>
                </a:solidFill>
              </a:defRPr>
            </a:pPr>
            <a:r>
              <a:t>08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F6EA5"/>
                </a:solidFill>
              </a:defRPr>
            </a:pPr>
            <a:r>
              <a:t>Hospital Workflow Extensions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1. Automated Doctor Specialty Assignment: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   • Automatically match cardiologists to Level 1 cardiac cases and orthopedic surgeons to trauma cases.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2. Ward &amp; ICU Bed Management Module: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   • Real-time occupancy tracking for Resuscitation Bays, ICU beds, and observation units.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   • Automatic bed reservation upon emergency admission.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4592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F6EA5"/>
                </a:solidFill>
              </a:defRPr>
            </a:pPr>
            <a:r>
              <a:t>Technological &amp; Clinical Extensions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3. STAT Diagnostic &amp; Lab Order Entry: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   • Automated order entry for ECG, CT scans, X-rays, and blood gas testing from triage.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4. Electronic Billing &amp; Discharge Summary: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   • Automated itemized billing based on acuity resources and length of stay.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5. IoT Vitals Telemetry Integration: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   • Integrating wireless patient monitors to feed live vitals and trigger auto-alerts.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F6EA5"/>
                </a:solidFill>
              </a:defRPr>
            </a:pPr>
            <a:r>
              <a:t>CONCLUSION</a:t>
            </a:r>
          </a:p>
          <a:p>
            <a:pPr>
              <a:spcBef>
                <a:spcPts val="300"/>
              </a:spcBef>
              <a:defRPr sz="2600" b="1">
                <a:solidFill>
                  <a:srgbClr val="102C57"/>
                </a:solidFill>
              </a:defRPr>
            </a:pPr>
            <a:r>
              <a:t>Conclusion &amp; Project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0545775" cy="22860"/>
          </a:xfrm>
          <a:prstGeom prst="rect">
            <a:avLst/>
          </a:prstGeom>
          <a:solidFill>
            <a:srgbClr val="1F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6217920"/>
            <a:ext cx="10545775" cy="13716"/>
          </a:xfrm>
          <a:prstGeom prst="rect">
            <a:avLst/>
          </a:prstGeom>
          <a:solidFill>
            <a:srgbClr val="C8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291072"/>
            <a:ext cx="8686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Vishwakarma Institute of Technology, Pune | Department of CSE (AI) | OOPS Course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291072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1F6EA5"/>
                </a:solidFill>
              </a:defRPr>
            </a:pPr>
            <a:r>
              <a:t>09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F6EA5"/>
                </a:solidFill>
              </a:defRPr>
            </a:pPr>
            <a:r>
              <a:t>Summary of Achievements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Successfully built an automated Hospital Emergency Triage System in C++.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Replaced slow, error-prone manual triage with objective vitals-based prioritization.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Engineered Dynamic Re-Triage to prevent silent deterioration in hospital waiting rooms.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Full adherence to core OOPS principles: Encapsulation, Inheritance, Polymorphism, Operator Overloading.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Clean, modular, and error-free code compiling with 0 warnings.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4592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F6EA5"/>
                </a:solidFill>
              </a:defRPr>
            </a:pPr>
            <a:r>
              <a:t>Key Academic Takeaways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Practical application of Object-Oriented Design to solve a life-critical medical problem.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Safe memory management using dynamic pointers and virtual destructors.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Understanding of operator overloading to integrate custom classes with standard sorting algorithms.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Exception safety and robust input boundary validation.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Integration of file streams for persistent audit report generation.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F6EA5"/>
                </a:solidFill>
              </a:defRPr>
            </a:pPr>
            <a:r>
              <a:t>QUESTIONS &amp; ANSWERS</a:t>
            </a:r>
          </a:p>
          <a:p>
            <a:pPr>
              <a:spcBef>
                <a:spcPts val="300"/>
              </a:spcBef>
              <a:defRPr sz="2600" b="1">
                <a:solidFill>
                  <a:srgbClr val="102C57"/>
                </a:solidFill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0545775" cy="22860"/>
          </a:xfrm>
          <a:prstGeom prst="rect">
            <a:avLst/>
          </a:prstGeom>
          <a:solidFill>
            <a:srgbClr val="1F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6217920"/>
            <a:ext cx="10545775" cy="13716"/>
          </a:xfrm>
          <a:prstGeom prst="rect">
            <a:avLst/>
          </a:prstGeom>
          <a:solidFill>
            <a:srgbClr val="C8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291072"/>
            <a:ext cx="8686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Vishwakarma Institute of Technology, Pune | Department of CSE (AI) | OOPS Course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291072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1F6EA5"/>
                </a:solidFill>
              </a:defRPr>
            </a:pPr>
            <a:r>
              <a:t>10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4577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2C57"/>
                </a:solidFill>
              </a:defRPr>
            </a:pPr>
            <a:r>
              <a:t>Hospital Emergency Triage System</a:t>
            </a:r>
          </a:p>
          <a:p>
            <a:pPr algn="ctr">
              <a:spcBef>
                <a:spcPts val="800"/>
              </a:spcBef>
              <a:spcAft>
                <a:spcPts val="2000"/>
              </a:spcAft>
              <a:defRPr sz="1600">
                <a:solidFill>
                  <a:srgbClr val="1F6EA5"/>
                </a:solidFill>
              </a:defRPr>
            </a:pPr>
            <a:r>
              <a:t>Department of Computer Science Engineering (Artificial Intelligence)</a:t>
            </a:r>
            <a:br/>
            <a:r>
              <a:t>Vishwakarma Institute of Technology, Pune</a:t>
            </a:r>
          </a:p>
          <a:p>
            <a:pPr algn="ctr">
              <a:spcAft>
                <a:spcPts val="800"/>
              </a:spcAft>
              <a:defRPr sz="1600" b="1">
                <a:solidFill>
                  <a:srgbClr val="102C57"/>
                </a:solidFill>
              </a:defRPr>
            </a:pPr>
            <a:r>
              <a:t>Project Team Members: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1E1E1E"/>
                </a:solidFill>
              </a:defRPr>
            </a:pPr>
            <a:r>
              <a:t>1) Rishabh Joshi (1251070307)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1E1E1E"/>
                </a:solidFill>
              </a:defRPr>
            </a:pPr>
            <a:r>
              <a:t>2) Ujjwal Jain (1251071062)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1E1E1E"/>
                </a:solidFill>
              </a:defRPr>
            </a:pPr>
            <a:r>
              <a:t>3) Shubham Kale (1251071039)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1E1E1E"/>
                </a:solidFill>
              </a:defRPr>
            </a:pPr>
            <a:r>
              <a:t>4) Harshad Mahadik (1251071041)</a:t>
            </a:r>
          </a:p>
          <a:p>
            <a:pPr algn="ctr">
              <a:spcBef>
                <a:spcPts val="1600"/>
              </a:spcBef>
              <a:defRPr sz="1500" b="1">
                <a:solidFill>
                  <a:srgbClr val="1F6EA5"/>
                </a:solidFill>
              </a:defRPr>
            </a:pPr>
            <a:r>
              <a:t>We are ready for questions and live code demonstration!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